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FF8D66-2B59-D12D-28F9-5CC6528818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" y="5257800"/>
            <a:ext cx="7543800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41B2B9-5E52-D7B4-AE03-042EA3F548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5105400"/>
            <a:ext cx="7543800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EED225-57A9-984D-C088-B5385004AF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8" y="5181600"/>
            <a:ext cx="8022772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6F8459-5F53-B287-64A4-1556175A31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" y="5486400"/>
            <a:ext cx="76962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6DE693-917C-8EF0-EDBF-721C690113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4648200"/>
            <a:ext cx="784860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Cenk Darihan</cp:lastModifiedBy>
  <cp:revision>2</cp:revision>
  <dcterms:created xsi:type="dcterms:W3CDTF">2006-08-16T00:00:00Z</dcterms:created>
  <dcterms:modified xsi:type="dcterms:W3CDTF">2026-10-15T20:23:31Z</dcterms:modified>
</cp:coreProperties>
</file>